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CompassRAG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自适应检索决策的多跳问答 agent · 实体图索引 + 逐轮检索 + 充分度早停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MuSiQue 子集 · 50 题 · 同题集消融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200400" cy="50749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80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离线 · 建索引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调用只发生在建索引期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283464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9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分块语料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58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4,646 块 · 每题证据 + 自带干扰段落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871216"/>
            <a:ext cx="283464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实体抽取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346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每块 1 次调用 · 实体 + 关系三元组（关思维链）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959352"/>
            <a:ext cx="283464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178808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42416" y="4105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实体关系图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434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4.1 万节点 · 三元组边 + 同义边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047488"/>
            <a:ext cx="283464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193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检索索引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5229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 稀疏 + BGE-M3 稠密向量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12464" y="1828800"/>
            <a:ext cx="20116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931920" y="1143000"/>
            <a:ext cx="55778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0" y="1280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在线 · agent 决策循环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14800" y="15544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控制流由 LLM 接管：路由 / 计划 / 预算 / 早停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0" y="13167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低预算 · 自适应 1–3 轮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80760" y="18745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8745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多跳问题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20840" y="2231136"/>
            <a:ext cx="0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114800" y="2395728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79392" y="2487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决策层（LLM 控制流）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279392" y="2798064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9392" y="279806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路由：直答 / 单跳 / 多跳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2798064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279806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检索计划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24928" y="2798064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279806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 ≤ 3 轮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20840" y="3319272"/>
            <a:ext cx="0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14800" y="34747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9392" y="35387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检索循环（每轮一查，逐轮累积证据）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279392" y="3840480"/>
            <a:ext cx="13258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79392" y="38404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子问题查询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623560" y="4078224"/>
            <a:ext cx="164592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806440" y="3840480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07024" y="4055364"/>
            <a:ext cx="82296" cy="822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5" name="Text 43"/>
          <p:cNvSpPr/>
          <p:nvPr/>
        </p:nvSpPr>
        <p:spPr>
          <a:xfrm>
            <a:off x="6025896" y="3840480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995160" y="3840480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95744" y="4055364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8" name="Text 46"/>
          <p:cNvSpPr/>
          <p:nvPr/>
        </p:nvSpPr>
        <p:spPr>
          <a:xfrm>
            <a:off x="7214616" y="3840480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稠密向量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183880" y="3840480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84464" y="4055364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1" name="Text 49"/>
          <p:cNvSpPr/>
          <p:nvPr/>
        </p:nvSpPr>
        <p:spPr>
          <a:xfrm>
            <a:off x="8403336" y="3840480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实体图 PPR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7086600" y="4334256"/>
            <a:ext cx="0" cy="1280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279392" y="4480560"/>
            <a:ext cx="16002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79392" y="44805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RRF 融合 + 近重合并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897880" y="4718304"/>
            <a:ext cx="146304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062472" y="4480560"/>
            <a:ext cx="11430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62472" y="448056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证据累积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223760" y="4718304"/>
            <a:ext cx="146304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388352" y="4480560"/>
            <a:ext cx="16002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88352" y="44805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充分度判断？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269480" y="4956048"/>
            <a:ext cx="0" cy="201168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0" y="5157216"/>
            <a:ext cx="3063240" cy="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06240" y="5157216"/>
            <a:ext cx="0" cy="-1078992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06240" y="4078224"/>
            <a:ext cx="73152" cy="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5074920" y="51937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不足 · 换查询再来一轮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778240" y="4956048"/>
            <a:ext cx="0" cy="67665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8851392" y="5029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充分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577840" y="5623560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FFF7E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77840" y="5623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生成答案（≤ 20 块证据）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7973568" y="5852160"/>
            <a:ext cx="128016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8138160" y="566928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38160" y="5669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答案 + 证据链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738360" y="1143000"/>
            <a:ext cx="1947672" cy="507492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9875520" y="1280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同题集消融 · EM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9875520" y="15544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Musique 50 题同题集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9875520" y="18836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naive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835640" y="18836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0.30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875520" y="2157984"/>
            <a:ext cx="1536192" cy="155448"/>
          </a:xfrm>
          <a:prstGeom prst="roundRect">
            <a:avLst>
              <a:gd name="adj" fmla="val 47059"/>
            </a:avLst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875520" y="2157984"/>
            <a:ext cx="886265" cy="155448"/>
          </a:xfrm>
          <a:prstGeom prst="roundRect">
            <a:avLst>
              <a:gd name="adj" fmla="val 47059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2487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查询改写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0835640" y="24871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0.40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9875520" y="2761488"/>
            <a:ext cx="1536192" cy="155448"/>
          </a:xfrm>
          <a:prstGeom prst="roundRect">
            <a:avLst>
              <a:gd name="adj" fmla="val 47059"/>
            </a:avLst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875520" y="2761488"/>
            <a:ext cx="1181686" cy="155448"/>
          </a:xfrm>
          <a:prstGeom prst="roundRect">
            <a:avLst>
              <a:gd name="adj" fmla="val 47059"/>
            </a:avLst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875520" y="3090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实体图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0835640" y="30906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0.40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9875520" y="3364992"/>
            <a:ext cx="1536192" cy="155448"/>
          </a:xfrm>
          <a:prstGeom prst="roundRect">
            <a:avLst>
              <a:gd name="adj" fmla="val 47059"/>
            </a:avLst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875520" y="3364992"/>
            <a:ext cx="1181686" cy="155448"/>
          </a:xfrm>
          <a:prstGeom prst="roundRect">
            <a:avLst>
              <a:gd name="adj" fmla="val 47059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875520" y="36941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决策层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0835640" y="369417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0.48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9875520" y="3968496"/>
            <a:ext cx="1536192" cy="155448"/>
          </a:xfrm>
          <a:prstGeom prst="roundRect">
            <a:avLst>
              <a:gd name="adj" fmla="val 47059"/>
            </a:avLst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875520" y="3968496"/>
            <a:ext cx="1418023" cy="155448"/>
          </a:xfrm>
          <a:prstGeom prst="roundRect">
            <a:avLst>
              <a:gd name="adj" fmla="val 47059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875520" y="42976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全家桶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10835640" y="42976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0.50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9875520" y="4572000"/>
            <a:ext cx="1536192" cy="155448"/>
          </a:xfrm>
          <a:prstGeom prst="roundRect">
            <a:avLst>
              <a:gd name="adj" fmla="val 47059"/>
            </a:avLst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875520" y="4572000"/>
            <a:ext cx="1477108" cy="155448"/>
          </a:xfrm>
          <a:prstGeom prst="roundRect">
            <a:avLst>
              <a:gd name="adj" fmla="val 47059"/>
            </a:avLst>
          </a:prstGeom>
          <a:solidFill>
            <a:srgbClr val="11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875520" y="50292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证据召回@10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9875520" y="52669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0.72 → 0.81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9875520" y="561441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1–3 轮自适应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9875520" y="58521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早停 37/50 · 空答 2%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502920" y="64465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基准：MuSiQue dev 分层抽样 50 题 · 行间同题集可比 · 详见 README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8046720" y="64465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github.com/dundundun0116/compassrag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CompassRAG 架构</dc:title>
  <dc:subject>PptxGenJS Presentation</dc:subject>
  <dc:creator>CompassRAG</dc:creator>
  <cp:lastModifiedBy>CompassRAG</cp:lastModifiedBy>
  <cp:revision>1</cp:revision>
  <dcterms:created xsi:type="dcterms:W3CDTF">2026-10-12T03:55:48Z</dcterms:created>
  <dcterms:modified xsi:type="dcterms:W3CDTF">2026-10-12T03:55:48Z</dcterms:modified>
</cp:coreProperties>
</file>