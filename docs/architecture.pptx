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4754880"/>
  <p:notesSz cx="475488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Atlas — long-horizon 任务的执行状态，始终住在一张共享图里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114800" y="960120"/>
            <a:ext cx="0" cy="2834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4152" y="960120"/>
            <a:ext cx="0" cy="2834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17320" y="1042416"/>
            <a:ext cx="731520" cy="7040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1042416"/>
            <a:ext cx="731520" cy="7040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746504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914400" y="1746504"/>
            <a:ext cx="502920" cy="7589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746504"/>
            <a:ext cx="228600" cy="7589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505456"/>
            <a:ext cx="1097280" cy="0"/>
          </a:xfrm>
          <a:prstGeom prst="line">
            <a:avLst/>
          </a:prstGeom>
          <a:noFill/>
          <a:ln w="22225">
            <a:solidFill>
              <a:srgbClr val="D97706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31720" y="2231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83080" y="86868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8686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1572768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1572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子任务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1572768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1572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子任务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0" y="2331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2331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54296" y="1453896"/>
            <a:ext cx="32004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608576" y="1453896"/>
            <a:ext cx="45720" cy="914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608576" y="1911096"/>
            <a:ext cx="36576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54296" y="1453896"/>
            <a:ext cx="32004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608576" y="1453896"/>
            <a:ext cx="45720" cy="914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608576" y="1911096"/>
            <a:ext cx="36576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54296" y="1453896"/>
            <a:ext cx="32004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608576" y="1453896"/>
            <a:ext cx="45720" cy="914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608576" y="1911096"/>
            <a:ext cx="36576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137160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182880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Shape 33"/>
          <p:cNvSpPr/>
          <p:nvPr/>
        </p:nvSpPr>
        <p:spPr>
          <a:xfrm>
            <a:off x="4526280" y="228600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4370832" y="25420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74920" y="2103120"/>
            <a:ext cx="45720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623560" y="960120"/>
            <a:ext cx="2057400" cy="2514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2356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模型上下文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79008" y="1371600"/>
            <a:ext cx="1755648" cy="420624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5779008" y="13716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计划与约束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79008" y="1883664"/>
            <a:ext cx="1755648" cy="420624"/>
          </a:xfrm>
          <a:prstGeom prst="roundRect">
            <a:avLst>
              <a:gd name="adj" fmla="val 13043"/>
            </a:avLst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5779008" y="188366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已完成工作摘要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79008" y="2395728"/>
            <a:ext cx="1755648" cy="420624"/>
          </a:xfrm>
          <a:prstGeom prst="roundRect">
            <a:avLst>
              <a:gd name="adj" fmla="val 13043"/>
            </a:avLst>
          </a:prstGeom>
          <a:solidFill>
            <a:srgbClr val="CCFBF1"/>
          </a:solidFill>
          <a:ln/>
        </p:spPr>
      </p:sp>
      <p:sp>
        <p:nvSpPr>
          <p:cNvPr id="45" name="Text 43"/>
          <p:cNvSpPr/>
          <p:nvPr/>
        </p:nvSpPr>
        <p:spPr>
          <a:xfrm>
            <a:off x="5779008" y="23957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近期原始记录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79008" y="2907792"/>
            <a:ext cx="1755648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5779008" y="290779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踩坑与提示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40880" y="713232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713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 8k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 flipV="1">
            <a:off x="10158984" y="1764792"/>
            <a:ext cx="566928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58984" y="2066544"/>
            <a:ext cx="566928" cy="3383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25912" y="1764792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0158984" y="1764792"/>
            <a:ext cx="566928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58984" y="2066544"/>
            <a:ext cx="566928" cy="3383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25912" y="1764792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158984" y="1764792"/>
            <a:ext cx="566928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58984" y="2066544"/>
            <a:ext cx="566928" cy="3383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25912" y="1764792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58400" y="1965960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0" name="Shape 58"/>
          <p:cNvSpPr/>
          <p:nvPr/>
        </p:nvSpPr>
        <p:spPr>
          <a:xfrm>
            <a:off x="10625328" y="1664208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625328" y="2304288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2" name="Text 60"/>
          <p:cNvSpPr/>
          <p:nvPr/>
        </p:nvSpPr>
        <p:spPr>
          <a:xfrm>
            <a:off x="9802368" y="2633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共享状态图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802368" y="868680"/>
            <a:ext cx="603504" cy="603504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2700" dir="5400000">
              <a:srgbClr val="94A3B8">
                <a:alpha val="2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802368" y="868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641080" y="2487168"/>
            <a:ext cx="603504" cy="603504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2700" dir="5400000">
              <a:srgbClr val="94A3B8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641080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927080" y="2487168"/>
            <a:ext cx="603504" cy="603504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12700" dir="5400000">
              <a:srgbClr val="94A3B8">
                <a:alpha val="2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0927080" y="24871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104120" y="1170432"/>
            <a:ext cx="54864" cy="79552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8942832" y="2167128"/>
            <a:ext cx="1115568" cy="62179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725912" y="2404872"/>
            <a:ext cx="502920" cy="3840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triangle"/>
          </a:ln>
        </p:spPr>
      </p:sp>
      <p:sp>
        <p:nvSpPr>
          <p:cNvPr id="72" name="Text 70"/>
          <p:cNvSpPr/>
          <p:nvPr/>
        </p:nvSpPr>
        <p:spPr>
          <a:xfrm>
            <a:off x="457200" y="363931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图状态记忆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457200" y="398678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作废不删除 · 决策链可回溯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457200" y="43159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节点带时效与写入者，过期信息自动让位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416552" y="363931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结转式上下文管理</a:t>
            </a:r>
            <a:endParaRPr lang="en-US" sz="1700" dirty="0"/>
          </a:p>
        </p:txBody>
      </p:sp>
      <p:sp>
        <p:nvSpPr>
          <p:cNvPr id="76" name="Text 74"/>
          <p:cNvSpPr/>
          <p:nvPr/>
        </p:nvSpPr>
        <p:spPr>
          <a:xfrm>
            <a:off x="4416552" y="398678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先结构化入图，再按预算组装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4416552" y="43159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子任务边界结转，压缩不再丢状态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385048" y="3639312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多智能体编排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8385048" y="398678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协调全经共享图，不传对话历史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8385048" y="43159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规划定路线 · 执行解题 · 审计核验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功能示意图</dc:title>
  <dc:subject>PptxGenJS Presentation</dc:subject>
  <dc:creator>PptxGenJS</dc:creator>
  <cp:lastModifiedBy>PptxGenJS</cp:lastModifiedBy>
  <cp:revision>1</cp:revision>
  <dcterms:created xsi:type="dcterms:W3CDTF">2026-10-11T14:39:53Z</dcterms:created>
  <dcterms:modified xsi:type="dcterms:W3CDTF">2026-10-11T14:39:53Z</dcterms:modified>
</cp:coreProperties>
</file>